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Disease Detection System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1378 - Computer Vision Midterm Project Proposal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Burak Solak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0" y="4023360"/>
            <a:ext cx="2743200" cy="411480"/>
          </a:xfrm>
          <a:prstGeom prst="roundRect">
            <a:avLst>
              <a:gd name="adj" fmla="val 33333"/>
            </a:avLst>
          </a:prstGeom>
          <a:solidFill>
            <a:srgbClr val="97BC62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1 - Pre-trained Model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97280"/>
            <a:ext cx="64008" cy="9144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What:  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Farmers lose up to 40% of crop yield annually due to plant diseases that go undetected until it's too late.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94560"/>
            <a:ext cx="64008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94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Who Cares:  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Farmers, agricultural workers, food supply chain stakeholders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063240"/>
            <a:ext cx="64008" cy="7772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63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</a:rPr>
              <a:t>Why Important:  </a:t>
            </a:r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</a:rPr>
              <a:t>Costs billions in lost crops globally. Manual inspection requires expert knowledge and doesn't scale.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4069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can save crops and reduce pesticide overuse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classification system that identifies plant diseases from leaf photos in seconds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20116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01168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240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Photo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Leaf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291840" y="20116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91840" y="201168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9184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09360" y="20116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201168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2402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9360" y="27889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2560320"/>
            <a:ext cx="365760" cy="36576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56032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0080" y="3749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farmers to diagnose crop issues without expert knowledge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pre-trained deep learning model (transfer learning)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just a smartphone camera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Technique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Image Classification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ResNet50 (pre-trained on ImageNet)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Framework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PyTorch + torchvision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Transfer Learning (freeze early layers, fine-tune classifier)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3657600"/>
            <a:ext cx="64008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ResNet50?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strong classification accuracy out of the box, and transfer learning makes training feasible on free Google Colab GPUs.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Plan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0515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51560"/>
            <a:ext cx="2560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PlantVillage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(public, open-source)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0515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051560"/>
            <a:ext cx="2560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9184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~54,000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leaf images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105156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051560"/>
            <a:ext cx="2560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126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plant species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4688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2468880"/>
            <a:ext cx="2560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Pre-labeled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572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disease type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91840" y="24688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91840" y="2468880"/>
            <a:ext cx="2560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7"/>
          <p:cNvSpPr/>
          <p:nvPr/>
        </p:nvSpPr>
        <p:spPr>
          <a:xfrm>
            <a:off x="329184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2918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224x224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329184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+ normalized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26480" y="24688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2468880"/>
            <a:ext cx="2560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5" name="Text 32"/>
          <p:cNvSpPr/>
          <p:nvPr/>
        </p:nvSpPr>
        <p:spPr>
          <a:xfrm>
            <a:off x="61264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70/15/15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61264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13048"/>
            <a:ext cx="320040" cy="32004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051560" y="3749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labeling required  -  augmentation includes flip, rotate, color jitter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645920"/>
            <a:ext cx="1417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645920"/>
            <a:ext cx="1417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937260" y="1783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9372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2194560"/>
            <a:ext cx="182880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057400" y="1645920"/>
            <a:ext cx="1417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057400" y="1645920"/>
            <a:ext cx="1417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2"/>
          <p:cNvSpPr/>
          <p:nvPr/>
        </p:nvSpPr>
        <p:spPr>
          <a:xfrm>
            <a:off x="2583180" y="1783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3"/>
          <p:cNvSpPr/>
          <p:nvPr/>
        </p:nvSpPr>
        <p:spPr>
          <a:xfrm>
            <a:off x="25831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22402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5740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+ Normalize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2194560"/>
            <a:ext cx="182880" cy="18288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703320" y="1645920"/>
            <a:ext cx="1417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3703320" y="1645920"/>
            <a:ext cx="1417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Shape 17"/>
          <p:cNvSpPr/>
          <p:nvPr/>
        </p:nvSpPr>
        <p:spPr>
          <a:xfrm>
            <a:off x="4229100" y="1783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18"/>
          <p:cNvSpPr/>
          <p:nvPr/>
        </p:nvSpPr>
        <p:spPr>
          <a:xfrm>
            <a:off x="42291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22402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70332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2194560"/>
            <a:ext cx="182880" cy="18288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349240" y="1645920"/>
            <a:ext cx="1417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349240" y="1645920"/>
            <a:ext cx="1417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Shape 22"/>
          <p:cNvSpPr/>
          <p:nvPr/>
        </p:nvSpPr>
        <p:spPr>
          <a:xfrm>
            <a:off x="5875020" y="1783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23"/>
          <p:cNvSpPr/>
          <p:nvPr/>
        </p:nvSpPr>
        <p:spPr>
          <a:xfrm>
            <a:off x="58750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5020" y="224028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34924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992" y="2194560"/>
            <a:ext cx="182880" cy="18288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6995160" y="1645920"/>
            <a:ext cx="1417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6995160" y="1645920"/>
            <a:ext cx="141732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Shape 27"/>
          <p:cNvSpPr/>
          <p:nvPr/>
        </p:nvSpPr>
        <p:spPr>
          <a:xfrm>
            <a:off x="7520940" y="1783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9" name="Text 28"/>
          <p:cNvSpPr/>
          <p:nvPr/>
        </p:nvSpPr>
        <p:spPr>
          <a:xfrm>
            <a:off x="75209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0940" y="2240280"/>
            <a:ext cx="365760" cy="3657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99516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41148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205740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370332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534924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699516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8" name="Text 36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 is captured, preprocessed to 224x224, passed through a fine-tuned ResNet50 model, and the predicted disease class with confidence score is displayed to the user.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</a:rPr>
                        <a:t>Primary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Classification Accuracy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</a:rPr>
                        <a:t>&gt;= 90% on test set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</a:rPr>
                        <a:t>Secondary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Inference Speed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</a:rPr>
                        <a:t>&lt; 1 second per image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</a:rPr>
                        <a:t>Additional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Per-class Precision / Recall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</a:rPr>
                        <a:t>&gt;= 85% for each class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657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5720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3657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3756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&lt;1s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33756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365760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21792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6217920" y="4297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10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(Oct 30)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Download PlantVillage dataset, set up Colab environment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Dataset ready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11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(Nov 6)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Load pre-trained ResNet50, train classifier layer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Model working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12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(Nov 13)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Evaluate model, tune hyperparameters, add augmentation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Accuracy &gt;= 90%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13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(Nov 20)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Build Gradio demo app, create demo video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Demo ready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14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(Nov 27)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 testing, write documentation, clean up repository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</a:rPr>
                        <a:t>Everything done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15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(Dec 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Present project in 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</a:rPr>
                        <a:t>Presentation!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486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Mitigation (Plan B)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Low accuracy on some disease classes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Add data augmentation; focus on top 10 most common classes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Colab session timeout during training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Save model checkpoints after every epoch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Model overfitting on training data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5100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Use dropout, early stopping, and augmentation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Demo deployment issues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CAF50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Fall back to Jupyter notebook with sample predictions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Resource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7BC62"/>
                          </a:solidFill>
                        </a:rPr>
                        <a:t>Compute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Google Colab (free GPU)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7BC62"/>
                          </a:solidFill>
                        </a:rPr>
                        <a:t>Frameworks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PyTorch, torchvision, Gradio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2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7BC62"/>
                          </a:solidFill>
                        </a:rPr>
                        <a:t>Dataset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PlantVillage (free, open-source)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6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7BC62"/>
                          </a:solidFill>
                        </a:rPr>
                        <a:t>Estimated Cost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$0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82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56616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Detection System</dc:title>
  <dc:subject>PptxGenJS Presentation</dc:subject>
  <dc:creator>Ahmet Burak Solak</dc:creator>
  <cp:lastModifiedBy>Ahmet Burak Solak</cp:lastModifiedBy>
  <cp:revision>1</cp:revision>
  <dcterms:created xsi:type="dcterms:W3CDTF">2026-03-08T01:44:03Z</dcterms:created>
  <dcterms:modified xsi:type="dcterms:W3CDTF">2026-03-08T01:44:03Z</dcterms:modified>
</cp:coreProperties>
</file>